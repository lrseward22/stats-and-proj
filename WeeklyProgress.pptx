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591D-AFA3-A606-69BE-04126DC75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45EA2-4EA6-E56B-C1FB-51933F3DE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B668F-7158-BC3D-4B12-6A3BBE10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1AE64-3359-1E80-DDD0-32942E258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C8967-76F6-73BE-2E92-6D0AA810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4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5653-F3DF-B57B-830A-B63DBB47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B31A-746B-9CFF-4D8E-1F0BBE51C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4799C-D8C1-F89E-169B-A6088343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49CA4-83E3-28C4-2F40-1FA0D0617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5479D-A92C-0750-9D77-7021B341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27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3BD6-8BC1-3CE5-FC66-9F927E44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1667D-402D-2D64-E4E0-F6B34F450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D2ABC-8D76-DBE7-DED4-0EB7AAFA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9777-B9AC-234A-64CA-EBDE07A8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EBD66-226C-3A7B-A08B-A676944C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7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123E-E93A-FEC8-74C7-78401DDA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D6704-C877-649E-8D6C-9F970615B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E488F-5990-F8C3-CD73-00EBE14E7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07481-7B0B-91AD-0C08-F2BA6E93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9630-362C-156C-6AE5-BA7C1600D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F71BE-FEB4-F6D9-5797-8BE89F8C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873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ADF5E-5E08-A436-3703-6C8A376F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010AA-A7C5-4AC7-D379-894F35248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E22BB-AAF3-4E88-B671-892306065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08C3B-1168-FBB0-4D49-9128E8FFE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3B421-D7B9-D0BA-54FD-8F0F5753E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079C8C-FDF0-0A3D-F73B-90B9123A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51BD0-38F1-343D-556E-03920FCA7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98D5A-9879-571A-FC47-2139DD16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5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3D1E9-D931-926E-C604-63E57FD16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25C64-35C0-98FC-9F0D-FD04C2F7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5AA81-A134-0CB7-46C0-ED5920AA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6FE5F-4EDB-679F-C421-37AD13AA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0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9C22D-4FF6-AD81-099C-64B7AE64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8D04C-DE09-007C-BD82-7290B7A4B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5890C-E4E3-6972-ABFC-53172FB6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48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9BB4-BE76-DFFA-A3EF-328BC1F41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DBBC-FC69-8642-2FE5-2272D2C5E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4A4EA-7741-FAD9-C13D-061CDED08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AF15E-0FE3-9BF8-9640-0F7427DC0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3DBF9D-E76E-3848-6B78-BA07D4DDC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66801-B584-BAA4-1214-913C6C6A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2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6E1E-850E-BFD1-5503-F3A7E0276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9452E9-E529-B3F5-2907-0FDAD642D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8FE39-320E-2A0B-05D5-285C684F6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24325-4681-9EDA-84F6-E50F40F4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3348C-4BE7-2952-CBB6-DAF7E86C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1CC5C-8857-4668-27BE-10A893A86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6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DC6C-5F22-70AB-6C51-84FBB691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6E9F0-FCC2-7230-04AD-1F5717632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23424-A698-C9B7-2511-C7A44AB71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1B442-6A3E-2854-1ABC-EE22E368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F8DD9-C4CC-7682-EAC9-B05CBF9A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00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D35F6-DD12-49CA-DDBB-4C67315C6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E57C5-317D-B405-CBCD-9AE9F9A0A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75926-4FE1-98DE-A5D1-8323B24B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3C611-047E-4F33-E30F-A7CF6FF5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856A1-B0A2-BE10-AD2D-93AD8249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7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0384B1-376D-8A9D-CF73-1D78C974D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AC35E-AE44-740C-5D8C-50791E1C9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8B222-2A01-E033-2583-D738AE002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48E60C-B555-4F22-907F-8E837DD50908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EE6EF-BDFF-201C-AD0D-818A01F4B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8EAC9-A9FE-6955-D24D-84ADB6E36A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A43FB-856D-42B9-867E-3188076EC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2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EE285D5-8110-4AE6-AF36-F83E457E1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0B4F6-0914-29E1-4D39-99772503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328" y="464408"/>
            <a:ext cx="4399872" cy="1642533"/>
          </a:xfrm>
        </p:spPr>
        <p:txBody>
          <a:bodyPr anchor="b">
            <a:normAutofit/>
          </a:bodyPr>
          <a:lstStyle/>
          <a:p>
            <a:r>
              <a:rPr lang="en-US" sz="3400"/>
              <a:t>Week 1: Feature Extraction and Projections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328" y="2457800"/>
            <a:ext cx="3877056" cy="18288"/>
          </a:xfrm>
          <a:custGeom>
            <a:avLst/>
            <a:gdLst>
              <a:gd name="csX0" fmla="*/ 0 w 3877056"/>
              <a:gd name="csY0" fmla="*/ 0 h 18288"/>
              <a:gd name="csX1" fmla="*/ 723717 w 3877056"/>
              <a:gd name="csY1" fmla="*/ 0 h 18288"/>
              <a:gd name="csX2" fmla="*/ 1447434 w 3877056"/>
              <a:gd name="csY2" fmla="*/ 0 h 18288"/>
              <a:gd name="csX3" fmla="*/ 1977299 w 3877056"/>
              <a:gd name="csY3" fmla="*/ 0 h 18288"/>
              <a:gd name="csX4" fmla="*/ 2623475 w 3877056"/>
              <a:gd name="csY4" fmla="*/ 0 h 18288"/>
              <a:gd name="csX5" fmla="*/ 3192109 w 3877056"/>
              <a:gd name="csY5" fmla="*/ 0 h 18288"/>
              <a:gd name="csX6" fmla="*/ 3877056 w 3877056"/>
              <a:gd name="csY6" fmla="*/ 0 h 18288"/>
              <a:gd name="csX7" fmla="*/ 3877056 w 3877056"/>
              <a:gd name="csY7" fmla="*/ 18288 h 18288"/>
              <a:gd name="csX8" fmla="*/ 3230880 w 3877056"/>
              <a:gd name="csY8" fmla="*/ 18288 h 18288"/>
              <a:gd name="csX9" fmla="*/ 2662245 w 3877056"/>
              <a:gd name="csY9" fmla="*/ 18288 h 18288"/>
              <a:gd name="csX10" fmla="*/ 2016069 w 3877056"/>
              <a:gd name="csY10" fmla="*/ 18288 h 18288"/>
              <a:gd name="csX11" fmla="*/ 1408664 w 3877056"/>
              <a:gd name="csY11" fmla="*/ 18288 h 18288"/>
              <a:gd name="csX12" fmla="*/ 840029 w 3877056"/>
              <a:gd name="csY12" fmla="*/ 18288 h 18288"/>
              <a:gd name="csX13" fmla="*/ 0 w 3877056"/>
              <a:gd name="csY13" fmla="*/ 18288 h 18288"/>
              <a:gd name="csX14" fmla="*/ 0 w 3877056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18288" fill="none" extrusionOk="0">
                <a:moveTo>
                  <a:pt x="0" y="0"/>
                </a:moveTo>
                <a:cubicBezTo>
                  <a:pt x="155902" y="14477"/>
                  <a:pt x="567164" y="18992"/>
                  <a:pt x="723717" y="0"/>
                </a:cubicBezTo>
                <a:cubicBezTo>
                  <a:pt x="880270" y="-18992"/>
                  <a:pt x="1230427" y="-33316"/>
                  <a:pt x="1447434" y="0"/>
                </a:cubicBezTo>
                <a:cubicBezTo>
                  <a:pt x="1664441" y="33316"/>
                  <a:pt x="1866557" y="5702"/>
                  <a:pt x="1977299" y="0"/>
                </a:cubicBezTo>
                <a:cubicBezTo>
                  <a:pt x="2088041" y="-5702"/>
                  <a:pt x="2302485" y="24099"/>
                  <a:pt x="2623475" y="0"/>
                </a:cubicBezTo>
                <a:cubicBezTo>
                  <a:pt x="2944465" y="-24099"/>
                  <a:pt x="2993399" y="-19795"/>
                  <a:pt x="3192109" y="0"/>
                </a:cubicBezTo>
                <a:cubicBezTo>
                  <a:pt x="3390819" y="19795"/>
                  <a:pt x="3581349" y="-26551"/>
                  <a:pt x="3877056" y="0"/>
                </a:cubicBezTo>
                <a:cubicBezTo>
                  <a:pt x="3877095" y="7328"/>
                  <a:pt x="3877675" y="9982"/>
                  <a:pt x="3877056" y="18288"/>
                </a:cubicBezTo>
                <a:cubicBezTo>
                  <a:pt x="3576596" y="42394"/>
                  <a:pt x="3502355" y="16962"/>
                  <a:pt x="3230880" y="18288"/>
                </a:cubicBezTo>
                <a:cubicBezTo>
                  <a:pt x="2959405" y="19614"/>
                  <a:pt x="2924948" y="18543"/>
                  <a:pt x="2662245" y="18288"/>
                </a:cubicBezTo>
                <a:cubicBezTo>
                  <a:pt x="2399543" y="18033"/>
                  <a:pt x="2231855" y="26028"/>
                  <a:pt x="2016069" y="18288"/>
                </a:cubicBezTo>
                <a:cubicBezTo>
                  <a:pt x="1800283" y="10548"/>
                  <a:pt x="1665927" y="755"/>
                  <a:pt x="1408664" y="18288"/>
                </a:cubicBezTo>
                <a:cubicBezTo>
                  <a:pt x="1151402" y="35821"/>
                  <a:pt x="1016899" y="28407"/>
                  <a:pt x="840029" y="18288"/>
                </a:cubicBezTo>
                <a:cubicBezTo>
                  <a:pt x="663160" y="8169"/>
                  <a:pt x="304031" y="-14425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877056" h="18288" stroke="0" extrusionOk="0">
                <a:moveTo>
                  <a:pt x="0" y="0"/>
                </a:moveTo>
                <a:cubicBezTo>
                  <a:pt x="205869" y="28368"/>
                  <a:pt x="460328" y="6409"/>
                  <a:pt x="646176" y="0"/>
                </a:cubicBezTo>
                <a:cubicBezTo>
                  <a:pt x="832024" y="-6409"/>
                  <a:pt x="1043494" y="26447"/>
                  <a:pt x="1331123" y="0"/>
                </a:cubicBezTo>
                <a:cubicBezTo>
                  <a:pt x="1618752" y="-26447"/>
                  <a:pt x="1675797" y="-26969"/>
                  <a:pt x="1938528" y="0"/>
                </a:cubicBezTo>
                <a:cubicBezTo>
                  <a:pt x="2201259" y="26969"/>
                  <a:pt x="2439942" y="23453"/>
                  <a:pt x="2662245" y="0"/>
                </a:cubicBezTo>
                <a:cubicBezTo>
                  <a:pt x="2884548" y="-23453"/>
                  <a:pt x="3094562" y="-7899"/>
                  <a:pt x="3308421" y="0"/>
                </a:cubicBezTo>
                <a:cubicBezTo>
                  <a:pt x="3522280" y="7899"/>
                  <a:pt x="3615459" y="3066"/>
                  <a:pt x="3877056" y="0"/>
                </a:cubicBezTo>
                <a:cubicBezTo>
                  <a:pt x="3877383" y="8595"/>
                  <a:pt x="3876984" y="13110"/>
                  <a:pt x="3877056" y="18288"/>
                </a:cubicBezTo>
                <a:cubicBezTo>
                  <a:pt x="3624575" y="4903"/>
                  <a:pt x="3478089" y="20597"/>
                  <a:pt x="3230880" y="18288"/>
                </a:cubicBezTo>
                <a:cubicBezTo>
                  <a:pt x="2983671" y="15979"/>
                  <a:pt x="2743376" y="19903"/>
                  <a:pt x="2507163" y="18288"/>
                </a:cubicBezTo>
                <a:cubicBezTo>
                  <a:pt x="2270950" y="16673"/>
                  <a:pt x="1992617" y="19013"/>
                  <a:pt x="1822216" y="18288"/>
                </a:cubicBezTo>
                <a:cubicBezTo>
                  <a:pt x="1651815" y="17563"/>
                  <a:pt x="1370782" y="42338"/>
                  <a:pt x="1253581" y="18288"/>
                </a:cubicBezTo>
                <a:cubicBezTo>
                  <a:pt x="1136380" y="-5762"/>
                  <a:pt x="854528" y="8046"/>
                  <a:pt x="723717" y="18288"/>
                </a:cubicBezTo>
                <a:cubicBezTo>
                  <a:pt x="592906" y="28530"/>
                  <a:pt x="166343" y="24405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2A576-7A13-9A82-82EB-213E00E0E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89" y="2741264"/>
            <a:ext cx="4404039" cy="338639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/>
              <a:t>sample_0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Mean:         6.2120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STD:          9.1278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Variance:     83.3159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Min:          0.0000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Max:          34.0000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IQR:          7.2350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Skew:         2.2506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Kurtosis:     4.2375</a:t>
            </a:r>
          </a:p>
          <a:p>
            <a:pPr marL="0" indent="0">
              <a:buNone/>
            </a:pPr>
            <a:endParaRPr lang="en-US" sz="1200"/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sample_1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Mean:         10.2546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STD:          18.3785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Variance:     337.7705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Min:          0.0000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Max:          67.0000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IQR:          7.4700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Skew:         2.4210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/>
              <a:t>  Kurtosis:     4.6460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C07D3-0891-37E8-21F8-AFEF65255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3" r="5" b="5"/>
          <a:stretch>
            <a:fillRect/>
          </a:stretch>
        </p:blipFill>
        <p:spPr>
          <a:xfrm>
            <a:off x="5376648" y="448967"/>
            <a:ext cx="2800021" cy="2607952"/>
          </a:xfrm>
          <a:custGeom>
            <a:avLst/>
            <a:gdLst/>
            <a:ahLst/>
            <a:cxnLst/>
            <a:rect l="l" t="t" r="r" b="b"/>
            <a:pathLst>
              <a:path w="2800021" h="2607952">
                <a:moveTo>
                  <a:pt x="1896921" y="1283"/>
                </a:moveTo>
                <a:cubicBezTo>
                  <a:pt x="1964079" y="3763"/>
                  <a:pt x="2031133" y="9836"/>
                  <a:pt x="2097856" y="19493"/>
                </a:cubicBezTo>
                <a:cubicBezTo>
                  <a:pt x="2197875" y="35580"/>
                  <a:pt x="2298741" y="25628"/>
                  <a:pt x="2399244" y="18812"/>
                </a:cubicBezTo>
                <a:cubicBezTo>
                  <a:pt x="2520913" y="10497"/>
                  <a:pt x="2642460" y="5999"/>
                  <a:pt x="2764369" y="19631"/>
                </a:cubicBezTo>
                <a:lnTo>
                  <a:pt x="2781331" y="20066"/>
                </a:lnTo>
                <a:lnTo>
                  <a:pt x="2771027" y="223244"/>
                </a:lnTo>
                <a:cubicBezTo>
                  <a:pt x="2770027" y="306498"/>
                  <a:pt x="2772785" y="389724"/>
                  <a:pt x="2780906" y="472842"/>
                </a:cubicBezTo>
                <a:cubicBezTo>
                  <a:pt x="2793852" y="625932"/>
                  <a:pt x="2795719" y="779623"/>
                  <a:pt x="2786483" y="932933"/>
                </a:cubicBezTo>
                <a:cubicBezTo>
                  <a:pt x="2780058" y="1071462"/>
                  <a:pt x="2764299" y="1209772"/>
                  <a:pt x="2777754" y="1348629"/>
                </a:cubicBezTo>
                <a:cubicBezTo>
                  <a:pt x="2782361" y="1396405"/>
                  <a:pt x="2793512" y="1443308"/>
                  <a:pt x="2796058" y="1491412"/>
                </a:cubicBezTo>
                <a:cubicBezTo>
                  <a:pt x="2808180" y="1716767"/>
                  <a:pt x="2789997" y="1941359"/>
                  <a:pt x="2775088" y="2165950"/>
                </a:cubicBezTo>
                <a:cubicBezTo>
                  <a:pt x="2769633" y="2247759"/>
                  <a:pt x="2762966" y="2329567"/>
                  <a:pt x="2777876" y="2411376"/>
                </a:cubicBezTo>
                <a:cubicBezTo>
                  <a:pt x="2783785" y="2445894"/>
                  <a:pt x="2787349" y="2480670"/>
                  <a:pt x="2788562" y="2515512"/>
                </a:cubicBezTo>
                <a:lnTo>
                  <a:pt x="2785862" y="2598193"/>
                </a:lnTo>
                <a:lnTo>
                  <a:pt x="2765823" y="2598670"/>
                </a:lnTo>
                <a:cubicBezTo>
                  <a:pt x="2658539" y="2600165"/>
                  <a:pt x="2550823" y="2613972"/>
                  <a:pt x="2444081" y="2598670"/>
                </a:cubicBezTo>
                <a:cubicBezTo>
                  <a:pt x="2255735" y="2573645"/>
                  <a:pt x="2065408" y="2570205"/>
                  <a:pt x="1876379" y="2588429"/>
                </a:cubicBezTo>
                <a:cubicBezTo>
                  <a:pt x="1663187" y="2606148"/>
                  <a:pt x="1449075" y="2607414"/>
                  <a:pt x="1235711" y="2592226"/>
                </a:cubicBezTo>
                <a:cubicBezTo>
                  <a:pt x="1077655" y="2581411"/>
                  <a:pt x="919274" y="2573358"/>
                  <a:pt x="760677" y="2583023"/>
                </a:cubicBezTo>
                <a:cubicBezTo>
                  <a:pt x="699945" y="2586819"/>
                  <a:pt x="640728" y="2603387"/>
                  <a:pt x="580211" y="2605228"/>
                </a:cubicBezTo>
                <a:cubicBezTo>
                  <a:pt x="409739" y="2610520"/>
                  <a:pt x="239309" y="2608104"/>
                  <a:pt x="68912" y="2597979"/>
                </a:cubicBezTo>
                <a:lnTo>
                  <a:pt x="9851" y="2595036"/>
                </a:lnTo>
                <a:lnTo>
                  <a:pt x="14918" y="2533474"/>
                </a:lnTo>
                <a:cubicBezTo>
                  <a:pt x="24226" y="2470964"/>
                  <a:pt x="33057" y="2409078"/>
                  <a:pt x="21123" y="2345943"/>
                </a:cubicBezTo>
                <a:cubicBezTo>
                  <a:pt x="15873" y="2318439"/>
                  <a:pt x="11935" y="2290684"/>
                  <a:pt x="9189" y="2262929"/>
                </a:cubicBezTo>
                <a:cubicBezTo>
                  <a:pt x="3723" y="2192068"/>
                  <a:pt x="5681" y="2120806"/>
                  <a:pt x="15036" y="2050394"/>
                </a:cubicBezTo>
                <a:cubicBezTo>
                  <a:pt x="23988" y="1968631"/>
                  <a:pt x="9428" y="1886367"/>
                  <a:pt x="21362" y="1804853"/>
                </a:cubicBezTo>
                <a:cubicBezTo>
                  <a:pt x="29835" y="1739206"/>
                  <a:pt x="30157" y="1672681"/>
                  <a:pt x="22317" y="1606945"/>
                </a:cubicBezTo>
                <a:cubicBezTo>
                  <a:pt x="8211" y="1482675"/>
                  <a:pt x="9093" y="1357041"/>
                  <a:pt x="24942" y="1233009"/>
                </a:cubicBezTo>
                <a:cubicBezTo>
                  <a:pt x="34728" y="1160621"/>
                  <a:pt x="40337" y="1086110"/>
                  <a:pt x="22794" y="1015097"/>
                </a:cubicBezTo>
                <a:cubicBezTo>
                  <a:pt x="-18498" y="848195"/>
                  <a:pt x="5610" y="681043"/>
                  <a:pt x="22794" y="515015"/>
                </a:cubicBezTo>
                <a:cubicBezTo>
                  <a:pt x="33236" y="425851"/>
                  <a:pt x="33475" y="335698"/>
                  <a:pt x="23510" y="246472"/>
                </a:cubicBezTo>
                <a:cubicBezTo>
                  <a:pt x="14667" y="180579"/>
                  <a:pt x="9392" y="114270"/>
                  <a:pt x="7698" y="47862"/>
                </a:cubicBezTo>
                <a:lnTo>
                  <a:pt x="8577" y="16981"/>
                </a:lnTo>
                <a:lnTo>
                  <a:pt x="105876" y="19483"/>
                </a:lnTo>
                <a:cubicBezTo>
                  <a:pt x="269744" y="18941"/>
                  <a:pt x="433357" y="6953"/>
                  <a:pt x="596356" y="8998"/>
                </a:cubicBezTo>
                <a:cubicBezTo>
                  <a:pt x="687063" y="10088"/>
                  <a:pt x="777528" y="30535"/>
                  <a:pt x="868476" y="26719"/>
                </a:cubicBezTo>
                <a:cubicBezTo>
                  <a:pt x="1144104" y="15541"/>
                  <a:pt x="1419853" y="19221"/>
                  <a:pt x="1695360" y="4635"/>
                </a:cubicBezTo>
                <a:cubicBezTo>
                  <a:pt x="1762501" y="-82"/>
                  <a:pt x="1829763" y="-1196"/>
                  <a:pt x="1896921" y="1283"/>
                </a:cubicBez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E27697-8CC9-8916-7144-C6BFADD7A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5" r="4917" b="-2"/>
          <a:stretch>
            <a:fillRect/>
          </a:stretch>
        </p:blipFill>
        <p:spPr>
          <a:xfrm>
            <a:off x="5371395" y="3215684"/>
            <a:ext cx="2809123" cy="3034623"/>
          </a:xfrm>
          <a:custGeom>
            <a:avLst/>
            <a:gdLst/>
            <a:ahLst/>
            <a:cxnLst/>
            <a:rect l="l" t="t" r="r" b="b"/>
            <a:pathLst>
              <a:path w="2809123" h="3034623">
                <a:moveTo>
                  <a:pt x="909359" y="1412"/>
                </a:moveTo>
                <a:cubicBezTo>
                  <a:pt x="958144" y="-855"/>
                  <a:pt x="1007041" y="-392"/>
                  <a:pt x="1055844" y="2812"/>
                </a:cubicBezTo>
                <a:cubicBezTo>
                  <a:pt x="1188892" y="11671"/>
                  <a:pt x="1321724" y="23752"/>
                  <a:pt x="1455098" y="27433"/>
                </a:cubicBezTo>
                <a:cubicBezTo>
                  <a:pt x="1585007" y="30886"/>
                  <a:pt x="1714916" y="19724"/>
                  <a:pt x="1844174" y="11211"/>
                </a:cubicBezTo>
                <a:cubicBezTo>
                  <a:pt x="2032760" y="-1215"/>
                  <a:pt x="2221452" y="7644"/>
                  <a:pt x="2410145" y="15353"/>
                </a:cubicBezTo>
                <a:cubicBezTo>
                  <a:pt x="2481555" y="18287"/>
                  <a:pt x="2552964" y="17014"/>
                  <a:pt x="2624374" y="15060"/>
                </a:cubicBezTo>
                <a:lnTo>
                  <a:pt x="2784992" y="11774"/>
                </a:lnTo>
                <a:lnTo>
                  <a:pt x="2785432" y="38761"/>
                </a:lnTo>
                <a:cubicBezTo>
                  <a:pt x="2800584" y="206742"/>
                  <a:pt x="2808948" y="374831"/>
                  <a:pt x="2808827" y="543247"/>
                </a:cubicBezTo>
                <a:cubicBezTo>
                  <a:pt x="2810305" y="612173"/>
                  <a:pt x="2806257" y="681111"/>
                  <a:pt x="2796705" y="749514"/>
                </a:cubicBezTo>
                <a:cubicBezTo>
                  <a:pt x="2780583" y="847684"/>
                  <a:pt x="2768461" y="946836"/>
                  <a:pt x="2778522" y="1046533"/>
                </a:cubicBezTo>
                <a:cubicBezTo>
                  <a:pt x="2785553" y="1115252"/>
                  <a:pt x="2789675" y="1183862"/>
                  <a:pt x="2789432" y="1252908"/>
                </a:cubicBezTo>
                <a:cubicBezTo>
                  <a:pt x="2789432" y="1411618"/>
                  <a:pt x="2787978" y="1570434"/>
                  <a:pt x="2791008" y="1729144"/>
                </a:cubicBezTo>
                <a:cubicBezTo>
                  <a:pt x="2793675" y="1870399"/>
                  <a:pt x="2799493" y="2011110"/>
                  <a:pt x="2784826" y="2152475"/>
                </a:cubicBezTo>
                <a:cubicBezTo>
                  <a:pt x="2763249" y="2361141"/>
                  <a:pt x="2770159" y="2570898"/>
                  <a:pt x="2772704" y="2780218"/>
                </a:cubicBezTo>
                <a:lnTo>
                  <a:pt x="2785201" y="3024103"/>
                </a:lnTo>
                <a:lnTo>
                  <a:pt x="2729575" y="3019707"/>
                </a:lnTo>
                <a:cubicBezTo>
                  <a:pt x="2664468" y="3010397"/>
                  <a:pt x="2600011" y="3001566"/>
                  <a:pt x="2534253" y="3013501"/>
                </a:cubicBezTo>
                <a:cubicBezTo>
                  <a:pt x="2505606" y="3018752"/>
                  <a:pt x="2476698" y="3022690"/>
                  <a:pt x="2447790" y="3025435"/>
                </a:cubicBezTo>
                <a:cubicBezTo>
                  <a:pt x="2373985" y="3030901"/>
                  <a:pt x="2299762" y="3028945"/>
                  <a:pt x="2226426" y="3019587"/>
                </a:cubicBezTo>
                <a:cubicBezTo>
                  <a:pt x="2141266" y="3010636"/>
                  <a:pt x="2055584" y="3025196"/>
                  <a:pt x="1970684" y="3013262"/>
                </a:cubicBezTo>
                <a:cubicBezTo>
                  <a:pt x="1902309" y="3004788"/>
                  <a:pt x="1833021" y="3004466"/>
                  <a:pt x="1764554" y="3012307"/>
                </a:cubicBezTo>
                <a:cubicBezTo>
                  <a:pt x="1635120" y="3026413"/>
                  <a:pt x="1504268" y="3025530"/>
                  <a:pt x="1375082" y="3009682"/>
                </a:cubicBezTo>
                <a:cubicBezTo>
                  <a:pt x="1299687" y="2999895"/>
                  <a:pt x="1222081" y="2994286"/>
                  <a:pt x="1148118" y="3011830"/>
                </a:cubicBezTo>
                <a:cubicBezTo>
                  <a:pt x="974281" y="3053123"/>
                  <a:pt x="800184" y="3029015"/>
                  <a:pt x="627259" y="3011830"/>
                </a:cubicBezTo>
                <a:cubicBezTo>
                  <a:pt x="534391" y="3001387"/>
                  <a:pt x="440493" y="3001148"/>
                  <a:pt x="347559" y="3011113"/>
                </a:cubicBezTo>
                <a:cubicBezTo>
                  <a:pt x="278929" y="3019957"/>
                  <a:pt x="209866" y="3025232"/>
                  <a:pt x="140699" y="3026927"/>
                </a:cubicBezTo>
                <a:lnTo>
                  <a:pt x="44501" y="3024299"/>
                </a:lnTo>
                <a:lnTo>
                  <a:pt x="26973" y="2893528"/>
                </a:lnTo>
                <a:cubicBezTo>
                  <a:pt x="-4174" y="2764506"/>
                  <a:pt x="-10619" y="2635110"/>
                  <a:pt x="19693" y="2504963"/>
                </a:cubicBezTo>
                <a:cubicBezTo>
                  <a:pt x="48311" y="2384006"/>
                  <a:pt x="46914" y="2257385"/>
                  <a:pt x="15637" y="2137152"/>
                </a:cubicBezTo>
                <a:cubicBezTo>
                  <a:pt x="8714" y="2106022"/>
                  <a:pt x="4478" y="2074304"/>
                  <a:pt x="2986" y="2042386"/>
                </a:cubicBezTo>
                <a:cubicBezTo>
                  <a:pt x="-6442" y="1925867"/>
                  <a:pt x="9430" y="1810973"/>
                  <a:pt x="22676" y="1695829"/>
                </a:cubicBezTo>
                <a:cubicBezTo>
                  <a:pt x="31508" y="1622442"/>
                  <a:pt x="44993" y="1548304"/>
                  <a:pt x="22676" y="1475668"/>
                </a:cubicBezTo>
                <a:cubicBezTo>
                  <a:pt x="7389" y="1425047"/>
                  <a:pt x="3989" y="1371313"/>
                  <a:pt x="12773" y="1319017"/>
                </a:cubicBezTo>
                <a:cubicBezTo>
                  <a:pt x="27582" y="1226202"/>
                  <a:pt x="30672" y="1131749"/>
                  <a:pt x="21961" y="1038096"/>
                </a:cubicBezTo>
                <a:cubicBezTo>
                  <a:pt x="16209" y="976348"/>
                  <a:pt x="17092" y="914112"/>
                  <a:pt x="24587" y="852564"/>
                </a:cubicBezTo>
                <a:cubicBezTo>
                  <a:pt x="34491" y="769801"/>
                  <a:pt x="49886" y="685536"/>
                  <a:pt x="31150" y="602524"/>
                </a:cubicBezTo>
                <a:cubicBezTo>
                  <a:pt x="1315" y="470626"/>
                  <a:pt x="7282" y="338854"/>
                  <a:pt x="19217" y="205958"/>
                </a:cubicBezTo>
                <a:cubicBezTo>
                  <a:pt x="23692" y="156512"/>
                  <a:pt x="28406" y="106785"/>
                  <a:pt x="29763" y="56918"/>
                </a:cubicBezTo>
                <a:lnTo>
                  <a:pt x="29335" y="22484"/>
                </a:lnTo>
                <a:lnTo>
                  <a:pt x="182423" y="11326"/>
                </a:lnTo>
                <a:cubicBezTo>
                  <a:pt x="307134" y="-180"/>
                  <a:pt x="431415" y="11326"/>
                  <a:pt x="556126" y="18689"/>
                </a:cubicBezTo>
                <a:cubicBezTo>
                  <a:pt x="625195" y="22602"/>
                  <a:pt x="694588" y="27319"/>
                  <a:pt x="763549" y="16388"/>
                </a:cubicBezTo>
                <a:cubicBezTo>
                  <a:pt x="811902" y="8674"/>
                  <a:pt x="860574" y="3678"/>
                  <a:pt x="909359" y="1412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B70CDB-BAF6-4E93-A6C6-301C5BA041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50" b="2"/>
          <a:stretch>
            <a:fillRect/>
          </a:stretch>
        </p:blipFill>
        <p:spPr>
          <a:xfrm>
            <a:off x="8748581" y="453323"/>
            <a:ext cx="3048273" cy="3138131"/>
          </a:xfrm>
          <a:custGeom>
            <a:avLst/>
            <a:gdLst/>
            <a:ahLst/>
            <a:cxnLst/>
            <a:rect l="l" t="t" r="r" b="b"/>
            <a:pathLst>
              <a:path w="3451906" h="3553662">
                <a:moveTo>
                  <a:pt x="723689" y="906"/>
                </a:moveTo>
                <a:cubicBezTo>
                  <a:pt x="772066" y="2729"/>
                  <a:pt x="820443" y="7023"/>
                  <a:pt x="868820" y="11181"/>
                </a:cubicBezTo>
                <a:cubicBezTo>
                  <a:pt x="1039107" y="26039"/>
                  <a:pt x="1209273" y="19359"/>
                  <a:pt x="1379198" y="8454"/>
                </a:cubicBezTo>
                <a:cubicBezTo>
                  <a:pt x="1496186" y="1474"/>
                  <a:pt x="1613486" y="5305"/>
                  <a:pt x="1729930" y="19904"/>
                </a:cubicBezTo>
                <a:lnTo>
                  <a:pt x="1770732" y="22354"/>
                </a:lnTo>
                <a:lnTo>
                  <a:pt x="1793470" y="25525"/>
                </a:lnTo>
                <a:lnTo>
                  <a:pt x="1895014" y="29765"/>
                </a:lnTo>
                <a:lnTo>
                  <a:pt x="1895984" y="30265"/>
                </a:lnTo>
                <a:lnTo>
                  <a:pt x="1908078" y="30265"/>
                </a:lnTo>
                <a:lnTo>
                  <a:pt x="1909048" y="29667"/>
                </a:lnTo>
                <a:lnTo>
                  <a:pt x="2008240" y="25525"/>
                </a:lnTo>
                <a:lnTo>
                  <a:pt x="2081672" y="15283"/>
                </a:lnTo>
                <a:lnTo>
                  <a:pt x="2184918" y="9562"/>
                </a:lnTo>
                <a:cubicBezTo>
                  <a:pt x="2268544" y="8356"/>
                  <a:pt x="2352209" y="10573"/>
                  <a:pt x="2435750" y="16224"/>
                </a:cubicBezTo>
                <a:cubicBezTo>
                  <a:pt x="2589588" y="24540"/>
                  <a:pt x="2743185" y="15952"/>
                  <a:pt x="2896904" y="5864"/>
                </a:cubicBezTo>
                <a:cubicBezTo>
                  <a:pt x="2988276" y="-133"/>
                  <a:pt x="3079618" y="1639"/>
                  <a:pt x="3170959" y="5268"/>
                </a:cubicBezTo>
                <a:lnTo>
                  <a:pt x="3437940" y="15543"/>
                </a:lnTo>
                <a:lnTo>
                  <a:pt x="3440062" y="77084"/>
                </a:lnTo>
                <a:cubicBezTo>
                  <a:pt x="3439759" y="207598"/>
                  <a:pt x="3426999" y="337557"/>
                  <a:pt x="3419542" y="467764"/>
                </a:cubicBezTo>
                <a:cubicBezTo>
                  <a:pt x="3416314" y="527314"/>
                  <a:pt x="3411472" y="587156"/>
                  <a:pt x="3410666" y="646723"/>
                </a:cubicBezTo>
                <a:cubicBezTo>
                  <a:pt x="3409858" y="706293"/>
                  <a:pt x="3413086" y="765586"/>
                  <a:pt x="3425999" y="824040"/>
                </a:cubicBezTo>
                <a:cubicBezTo>
                  <a:pt x="3458153" y="973974"/>
                  <a:pt x="3447305" y="1120693"/>
                  <a:pt x="3425999" y="1269168"/>
                </a:cubicBezTo>
                <a:cubicBezTo>
                  <a:pt x="3415281" y="1344279"/>
                  <a:pt x="3402111" y="1421878"/>
                  <a:pt x="3425353" y="1494944"/>
                </a:cubicBezTo>
                <a:cubicBezTo>
                  <a:pt x="3464867" y="1616236"/>
                  <a:pt x="3452342" y="1736506"/>
                  <a:pt x="3438266" y="1858381"/>
                </a:cubicBezTo>
                <a:cubicBezTo>
                  <a:pt x="3429228" y="1937294"/>
                  <a:pt x="3419930" y="2017084"/>
                  <a:pt x="3430518" y="2095996"/>
                </a:cubicBezTo>
                <a:cubicBezTo>
                  <a:pt x="3446660" y="2216411"/>
                  <a:pt x="3439170" y="2335949"/>
                  <a:pt x="3431293" y="2456072"/>
                </a:cubicBezTo>
                <a:cubicBezTo>
                  <a:pt x="3426129" y="2537469"/>
                  <a:pt x="3413086" y="2619889"/>
                  <a:pt x="3430002" y="2700556"/>
                </a:cubicBezTo>
                <a:cubicBezTo>
                  <a:pt x="3441812" y="2765790"/>
                  <a:pt x="3444254" y="2832749"/>
                  <a:pt x="3437233" y="2898861"/>
                </a:cubicBezTo>
                <a:cubicBezTo>
                  <a:pt x="3429485" y="3003493"/>
                  <a:pt x="3415798" y="3108125"/>
                  <a:pt x="3435297" y="3213050"/>
                </a:cubicBezTo>
                <a:cubicBezTo>
                  <a:pt x="3445497" y="3268582"/>
                  <a:pt x="3441754" y="3324843"/>
                  <a:pt x="3438137" y="3380812"/>
                </a:cubicBezTo>
                <a:lnTo>
                  <a:pt x="3429447" y="3533975"/>
                </a:lnTo>
                <a:lnTo>
                  <a:pt x="3428457" y="3533971"/>
                </a:lnTo>
                <a:cubicBezTo>
                  <a:pt x="3362736" y="3534214"/>
                  <a:pt x="3297429" y="3530092"/>
                  <a:pt x="3232020" y="3523062"/>
                </a:cubicBezTo>
                <a:cubicBezTo>
                  <a:pt x="3137124" y="3513000"/>
                  <a:pt x="3042746" y="3525122"/>
                  <a:pt x="2949304" y="3541245"/>
                </a:cubicBezTo>
                <a:cubicBezTo>
                  <a:pt x="2884196" y="3550796"/>
                  <a:pt x="2818577" y="3554844"/>
                  <a:pt x="2752970" y="3553366"/>
                </a:cubicBezTo>
                <a:cubicBezTo>
                  <a:pt x="2592664" y="3553487"/>
                  <a:pt x="2432670" y="3545124"/>
                  <a:pt x="2272778" y="3529971"/>
                </a:cubicBezTo>
                <a:cubicBezTo>
                  <a:pt x="2213920" y="3526298"/>
                  <a:pt x="2154916" y="3527959"/>
                  <a:pt x="2096275" y="3534941"/>
                </a:cubicBezTo>
                <a:cubicBezTo>
                  <a:pt x="2030066" y="3541923"/>
                  <a:pt x="1963369" y="3539486"/>
                  <a:pt x="1897658" y="3527668"/>
                </a:cubicBezTo>
                <a:cubicBezTo>
                  <a:pt x="1858723" y="3520213"/>
                  <a:pt x="1819789" y="3518153"/>
                  <a:pt x="1780854" y="3518637"/>
                </a:cubicBezTo>
                <a:cubicBezTo>
                  <a:pt x="1741920" y="3519123"/>
                  <a:pt x="1702985" y="3522153"/>
                  <a:pt x="1664051" y="3524880"/>
                </a:cubicBezTo>
                <a:cubicBezTo>
                  <a:pt x="1450275" y="3539790"/>
                  <a:pt x="1236498" y="3557973"/>
                  <a:pt x="1021996" y="3545850"/>
                </a:cubicBezTo>
                <a:cubicBezTo>
                  <a:pt x="976208" y="3543304"/>
                  <a:pt x="931564" y="3532154"/>
                  <a:pt x="886089" y="3527546"/>
                </a:cubicBezTo>
                <a:cubicBezTo>
                  <a:pt x="753918" y="3514091"/>
                  <a:pt x="622269" y="3529851"/>
                  <a:pt x="490410" y="3536275"/>
                </a:cubicBezTo>
                <a:cubicBezTo>
                  <a:pt x="344484" y="3545511"/>
                  <a:pt x="198194" y="3543645"/>
                  <a:pt x="52476" y="3530699"/>
                </a:cubicBezTo>
                <a:lnTo>
                  <a:pt x="16096" y="3528137"/>
                </a:lnTo>
                <a:lnTo>
                  <a:pt x="13820" y="3457111"/>
                </a:lnTo>
                <a:cubicBezTo>
                  <a:pt x="6425" y="3369848"/>
                  <a:pt x="-1454" y="3282586"/>
                  <a:pt x="8728" y="3195323"/>
                </a:cubicBezTo>
                <a:cubicBezTo>
                  <a:pt x="18037" y="3120746"/>
                  <a:pt x="19541" y="3045559"/>
                  <a:pt x="13214" y="2970732"/>
                </a:cubicBezTo>
                <a:cubicBezTo>
                  <a:pt x="6911" y="2888880"/>
                  <a:pt x="6911" y="2806721"/>
                  <a:pt x="13214" y="2724870"/>
                </a:cubicBezTo>
                <a:cubicBezTo>
                  <a:pt x="18062" y="2646442"/>
                  <a:pt x="26184" y="2567797"/>
                  <a:pt x="17457" y="2489589"/>
                </a:cubicBezTo>
                <a:cubicBezTo>
                  <a:pt x="5335" y="2379639"/>
                  <a:pt x="9335" y="2270015"/>
                  <a:pt x="16729" y="2160282"/>
                </a:cubicBezTo>
                <a:cubicBezTo>
                  <a:pt x="22790" y="2069639"/>
                  <a:pt x="31640" y="1978667"/>
                  <a:pt x="17335" y="1888460"/>
                </a:cubicBezTo>
                <a:cubicBezTo>
                  <a:pt x="159" y="1768104"/>
                  <a:pt x="-4267" y="1646557"/>
                  <a:pt x="4122" y="1525448"/>
                </a:cubicBezTo>
                <a:cubicBezTo>
                  <a:pt x="17093" y="1276969"/>
                  <a:pt x="13820" y="1028271"/>
                  <a:pt x="23760" y="779682"/>
                </a:cubicBezTo>
                <a:cubicBezTo>
                  <a:pt x="27153" y="697655"/>
                  <a:pt x="8971" y="616065"/>
                  <a:pt x="8002" y="534256"/>
                </a:cubicBezTo>
                <a:cubicBezTo>
                  <a:pt x="6790" y="436250"/>
                  <a:pt x="11124" y="337998"/>
                  <a:pt x="14291" y="239596"/>
                </a:cubicBezTo>
                <a:lnTo>
                  <a:pt x="13744" y="13183"/>
                </a:lnTo>
                <a:lnTo>
                  <a:pt x="56934" y="10499"/>
                </a:lnTo>
                <a:cubicBezTo>
                  <a:pt x="147688" y="3411"/>
                  <a:pt x="238784" y="3411"/>
                  <a:pt x="329538" y="10499"/>
                </a:cubicBezTo>
                <a:cubicBezTo>
                  <a:pt x="412505" y="17614"/>
                  <a:pt x="495870" y="15924"/>
                  <a:pt x="578558" y="5455"/>
                </a:cubicBezTo>
                <a:cubicBezTo>
                  <a:pt x="626936" y="-270"/>
                  <a:pt x="675313" y="-917"/>
                  <a:pt x="723689" y="906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80ABCF-DADA-CC26-27B3-75C822E854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12" r="-2" b="-5150"/>
          <a:stretch>
            <a:fillRect/>
          </a:stretch>
        </p:blipFill>
        <p:spPr>
          <a:xfrm>
            <a:off x="8348972" y="3591454"/>
            <a:ext cx="3359899" cy="3089901"/>
          </a:xfrm>
          <a:custGeom>
            <a:avLst/>
            <a:gdLst/>
            <a:ahLst/>
            <a:cxnLst/>
            <a:rect l="l" t="t" r="r" b="b"/>
            <a:pathLst>
              <a:path w="3434858" h="2084130">
                <a:moveTo>
                  <a:pt x="1225971" y="1141"/>
                </a:moveTo>
                <a:cubicBezTo>
                  <a:pt x="1283624" y="3345"/>
                  <a:pt x="1341187" y="8746"/>
                  <a:pt x="1398467" y="17334"/>
                </a:cubicBezTo>
                <a:cubicBezTo>
                  <a:pt x="1484331" y="31639"/>
                  <a:pt x="1570921" y="22789"/>
                  <a:pt x="1657200" y="16728"/>
                </a:cubicBezTo>
                <a:cubicBezTo>
                  <a:pt x="1761649" y="9334"/>
                  <a:pt x="1865993" y="5334"/>
                  <a:pt x="1970648" y="17456"/>
                </a:cubicBezTo>
                <a:cubicBezTo>
                  <a:pt x="2045091" y="26183"/>
                  <a:pt x="2119948" y="18061"/>
                  <a:pt x="2194600" y="13213"/>
                </a:cubicBezTo>
                <a:cubicBezTo>
                  <a:pt x="2272509" y="6910"/>
                  <a:pt x="2350711" y="6910"/>
                  <a:pt x="2428622" y="13213"/>
                </a:cubicBezTo>
                <a:cubicBezTo>
                  <a:pt x="2499846" y="19540"/>
                  <a:pt x="2571412" y="18037"/>
                  <a:pt x="2642398" y="8727"/>
                </a:cubicBezTo>
                <a:cubicBezTo>
                  <a:pt x="2725458" y="-1455"/>
                  <a:pt x="2808518" y="6424"/>
                  <a:pt x="2891579" y="13819"/>
                </a:cubicBezTo>
                <a:cubicBezTo>
                  <a:pt x="3037765" y="27031"/>
                  <a:pt x="3183847" y="21092"/>
                  <a:pt x="3329721" y="11394"/>
                </a:cubicBezTo>
                <a:lnTo>
                  <a:pt x="3422995" y="10092"/>
                </a:lnTo>
                <a:lnTo>
                  <a:pt x="3423106" y="30386"/>
                </a:lnTo>
                <a:cubicBezTo>
                  <a:pt x="3435867" y="237971"/>
                  <a:pt x="3438238" y="446198"/>
                  <a:pt x="3430208" y="654090"/>
                </a:cubicBezTo>
                <a:cubicBezTo>
                  <a:pt x="3423106" y="827990"/>
                  <a:pt x="3429304" y="1002474"/>
                  <a:pt x="3417295" y="1176228"/>
                </a:cubicBezTo>
                <a:cubicBezTo>
                  <a:pt x="3411355" y="1261425"/>
                  <a:pt x="3404770" y="1348083"/>
                  <a:pt x="3419490" y="1431526"/>
                </a:cubicBezTo>
                <a:cubicBezTo>
                  <a:pt x="3444413" y="1572253"/>
                  <a:pt x="3430724" y="1710643"/>
                  <a:pt x="3415229" y="1849910"/>
                </a:cubicBezTo>
                <a:cubicBezTo>
                  <a:pt x="3410101" y="1894678"/>
                  <a:pt x="3408864" y="1939801"/>
                  <a:pt x="3411481" y="1984635"/>
                </a:cubicBezTo>
                <a:lnTo>
                  <a:pt x="3420281" y="2045052"/>
                </a:lnTo>
                <a:lnTo>
                  <a:pt x="3334389" y="2032837"/>
                </a:lnTo>
                <a:cubicBezTo>
                  <a:pt x="3297879" y="2029644"/>
                  <a:pt x="3261227" y="2028419"/>
                  <a:pt x="3224622" y="2029160"/>
                </a:cubicBezTo>
                <a:cubicBezTo>
                  <a:pt x="3151412" y="2030641"/>
                  <a:pt x="3078391" y="2039983"/>
                  <a:pt x="3007079" y="2057157"/>
                </a:cubicBezTo>
                <a:cubicBezTo>
                  <a:pt x="2872697" y="2088306"/>
                  <a:pt x="2737925" y="2094750"/>
                  <a:pt x="2602371" y="2064436"/>
                </a:cubicBezTo>
                <a:cubicBezTo>
                  <a:pt x="2476389" y="2035818"/>
                  <a:pt x="2344507" y="2037215"/>
                  <a:pt x="2219280" y="2068494"/>
                </a:cubicBezTo>
                <a:cubicBezTo>
                  <a:pt x="2186857" y="2075416"/>
                  <a:pt x="2153821" y="2079653"/>
                  <a:pt x="2120577" y="2081145"/>
                </a:cubicBezTo>
                <a:cubicBezTo>
                  <a:pt x="1999217" y="2090573"/>
                  <a:pt x="1879549" y="2074701"/>
                  <a:pt x="1759622" y="2061453"/>
                </a:cubicBezTo>
                <a:cubicBezTo>
                  <a:pt x="1683186" y="2052622"/>
                  <a:pt x="1605969" y="2039136"/>
                  <a:pt x="1530313" y="2061453"/>
                </a:cubicBezTo>
                <a:cubicBezTo>
                  <a:pt x="1477590" y="2076742"/>
                  <a:pt x="1421623" y="2080142"/>
                  <a:pt x="1367155" y="2071358"/>
                </a:cubicBezTo>
                <a:cubicBezTo>
                  <a:pt x="1270484" y="2056548"/>
                  <a:pt x="1172107" y="2053457"/>
                  <a:pt x="1074563" y="2062169"/>
                </a:cubicBezTo>
                <a:cubicBezTo>
                  <a:pt x="1010251" y="2067921"/>
                  <a:pt x="945429" y="2067038"/>
                  <a:pt x="881325" y="2059543"/>
                </a:cubicBezTo>
                <a:cubicBezTo>
                  <a:pt x="795121" y="2049639"/>
                  <a:pt x="707357" y="2034243"/>
                  <a:pt x="620895" y="2052980"/>
                </a:cubicBezTo>
                <a:cubicBezTo>
                  <a:pt x="483518" y="2082816"/>
                  <a:pt x="346272" y="2076848"/>
                  <a:pt x="207854" y="2064914"/>
                </a:cubicBezTo>
                <a:cubicBezTo>
                  <a:pt x="156354" y="2060439"/>
                  <a:pt x="104562" y="2055725"/>
                  <a:pt x="52622" y="2054367"/>
                </a:cubicBezTo>
                <a:lnTo>
                  <a:pt x="12047" y="2054851"/>
                </a:lnTo>
                <a:lnTo>
                  <a:pt x="2957" y="1815310"/>
                </a:lnTo>
                <a:cubicBezTo>
                  <a:pt x="-270" y="1732929"/>
                  <a:pt x="-1846" y="1650548"/>
                  <a:pt x="3487" y="1568139"/>
                </a:cubicBezTo>
                <a:cubicBezTo>
                  <a:pt x="12457" y="1429500"/>
                  <a:pt x="20094" y="1290971"/>
                  <a:pt x="12700" y="1152224"/>
                </a:cubicBezTo>
                <a:cubicBezTo>
                  <a:pt x="7675" y="1076879"/>
                  <a:pt x="5703" y="1001421"/>
                  <a:pt x="6775" y="925999"/>
                </a:cubicBezTo>
                <a:lnTo>
                  <a:pt x="11863" y="832882"/>
                </a:lnTo>
                <a:lnTo>
                  <a:pt x="20970" y="766654"/>
                </a:lnTo>
                <a:lnTo>
                  <a:pt x="24654" y="677192"/>
                </a:lnTo>
                <a:lnTo>
                  <a:pt x="25185" y="676317"/>
                </a:lnTo>
                <a:lnTo>
                  <a:pt x="25185" y="665409"/>
                </a:lnTo>
                <a:lnTo>
                  <a:pt x="24741" y="664535"/>
                </a:lnTo>
                <a:lnTo>
                  <a:pt x="20970" y="572951"/>
                </a:lnTo>
                <a:lnTo>
                  <a:pt x="18150" y="552445"/>
                </a:lnTo>
                <a:lnTo>
                  <a:pt x="15972" y="515645"/>
                </a:lnTo>
                <a:cubicBezTo>
                  <a:pt x="2990" y="410624"/>
                  <a:pt x="-416" y="304831"/>
                  <a:pt x="5790" y="199319"/>
                </a:cubicBezTo>
                <a:lnTo>
                  <a:pt x="13901" y="9025"/>
                </a:lnTo>
                <a:lnTo>
                  <a:pt x="109477" y="8001"/>
                </a:lnTo>
                <a:cubicBezTo>
                  <a:pt x="187346" y="8970"/>
                  <a:pt x="265007" y="27152"/>
                  <a:pt x="343084" y="23759"/>
                </a:cubicBezTo>
                <a:cubicBezTo>
                  <a:pt x="579702" y="13819"/>
                  <a:pt x="816423" y="17092"/>
                  <a:pt x="1052937" y="4121"/>
                </a:cubicBezTo>
                <a:cubicBezTo>
                  <a:pt x="1110576" y="-73"/>
                  <a:pt x="1168318" y="-1064"/>
                  <a:pt x="1225971" y="114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6801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78A3F-6F1D-3B16-B817-4338E874D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3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Week 2: Machine Learning and Kernel Projection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DC68B8-533F-6066-D24E-7C9FAD6FA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5296401"/>
              </p:ext>
            </p:extLst>
          </p:nvPr>
        </p:nvGraphicFramePr>
        <p:xfrm>
          <a:off x="3241960" y="925767"/>
          <a:ext cx="615834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885">
                  <a:extLst>
                    <a:ext uri="{9D8B030D-6E8A-4147-A177-3AD203B41FA5}">
                      <a16:colId xmlns:a16="http://schemas.microsoft.com/office/drawing/2014/main" val="3277165611"/>
                    </a:ext>
                  </a:extLst>
                </a:gridCol>
                <a:gridCol w="1178727">
                  <a:extLst>
                    <a:ext uri="{9D8B030D-6E8A-4147-A177-3AD203B41FA5}">
                      <a16:colId xmlns:a16="http://schemas.microsoft.com/office/drawing/2014/main" val="2640508985"/>
                    </a:ext>
                  </a:extLst>
                </a:gridCol>
                <a:gridCol w="1168737">
                  <a:extLst>
                    <a:ext uri="{9D8B030D-6E8A-4147-A177-3AD203B41FA5}">
                      <a16:colId xmlns:a16="http://schemas.microsoft.com/office/drawing/2014/main" val="981198422"/>
                    </a:ext>
                  </a:extLst>
                </a:gridCol>
                <a:gridCol w="948976">
                  <a:extLst>
                    <a:ext uri="{9D8B030D-6E8A-4147-A177-3AD203B41FA5}">
                      <a16:colId xmlns:a16="http://schemas.microsoft.com/office/drawing/2014/main" val="3733387767"/>
                    </a:ext>
                  </a:extLst>
                </a:gridCol>
                <a:gridCol w="904021">
                  <a:extLst>
                    <a:ext uri="{9D8B030D-6E8A-4147-A177-3AD203B41FA5}">
                      <a16:colId xmlns:a16="http://schemas.microsoft.com/office/drawing/2014/main" val="3434405198"/>
                    </a:ext>
                  </a:extLst>
                </a:gridCol>
              </a:tblGrid>
              <a:tr h="31475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730443"/>
                  </a:ext>
                </a:extLst>
              </a:tr>
              <a:tr h="31475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376350"/>
                  </a:ext>
                </a:extLst>
              </a:tr>
              <a:tr h="314750">
                <a:tc>
                  <a:txBody>
                    <a:bodyPr/>
                    <a:lstStyle/>
                    <a:p>
                      <a:r>
                        <a:rPr lang="en-US" dirty="0"/>
                        <a:t>SVM –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527772"/>
                  </a:ext>
                </a:extLst>
              </a:tr>
              <a:tr h="314750">
                <a:tc>
                  <a:txBody>
                    <a:bodyPr/>
                    <a:lstStyle/>
                    <a:p>
                      <a:r>
                        <a:rPr lang="en-US" dirty="0"/>
                        <a:t>SVM – Polynomial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044219"/>
                  </a:ext>
                </a:extLst>
              </a:tr>
              <a:tr h="314750">
                <a:tc>
                  <a:txBody>
                    <a:bodyPr/>
                    <a:lstStyle/>
                    <a:p>
                      <a:r>
                        <a:rPr lang="en-US" dirty="0"/>
                        <a:t>SVM – RBF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956005"/>
                  </a:ext>
                </a:extLst>
              </a:tr>
              <a:tr h="314750">
                <a:tc>
                  <a:txBody>
                    <a:bodyPr/>
                    <a:lstStyle/>
                    <a:p>
                      <a:r>
                        <a:rPr lang="en-US" dirty="0"/>
                        <a:t>One-Class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0.3628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39545"/>
                  </a:ext>
                </a:extLst>
              </a:tr>
              <a:tr h="314750">
                <a:tc>
                  <a:txBody>
                    <a:bodyPr/>
                    <a:lstStyle/>
                    <a:p>
                      <a:r>
                        <a:rPr lang="en-US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001508"/>
                  </a:ext>
                </a:extLst>
              </a:tr>
              <a:tr h="314750"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5790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191E257-9062-23C7-9CF9-D345A4292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154" y="3937352"/>
            <a:ext cx="3153162" cy="26959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99792-B92F-0F33-18D7-8CDC51324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035" y="3937351"/>
            <a:ext cx="3153163" cy="2695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245FC0-F997-3D92-F58C-6392A4EB9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40" y="3937352"/>
            <a:ext cx="3153162" cy="26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488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132</Words>
  <Application>Microsoft Office PowerPoint</Application>
  <PresentationFormat>Widescreen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Week 1: Feature Extraction and Projections</vt:lpstr>
      <vt:lpstr>Week 2: Machine Learning and Kernel Projection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Logan Seward</dc:creator>
  <cp:lastModifiedBy>Logan Seward</cp:lastModifiedBy>
  <cp:revision>2</cp:revision>
  <dcterms:created xsi:type="dcterms:W3CDTF">2026-07-14T14:30:11Z</dcterms:created>
  <dcterms:modified xsi:type="dcterms:W3CDTF">2026-07-14T14:47:14Z</dcterms:modified>
</cp:coreProperties>
</file>